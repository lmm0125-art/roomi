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5" Type="http://schemas.openxmlformats.org/officeDocument/2006/relationships/viewProps" Target="viewProps.xml" 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2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09600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314825" y="3771900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524375" y="39624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181475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5815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029575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239125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5486400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296650" y="5486400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0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11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02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10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11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9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7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 부록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6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11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5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487150" y="63246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11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4" name="" descr="&lt;Slide style={{ width:'1280px', height:'720px', padding:'0', background:'#F7F9FC', fontFamily:'sans-serif' }}&gt;&#10;  &lt;Box style={{ width:'100%', height:'720px', alignItems:'center', justifyContent:'center' }}&gt;&#10;    &lt;Image src=&quot;assets/er_full_slide.png&quot; style={{ width:756, height:720 }} /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1"/>
          <a:srcRect l="21" t="0" r="21" b="0"/>
          <a:stretch>
            <a:fillRect/>
          </a:stretch>
        </p:blipFill>
        <p:spPr>
          <a:xfrm rot="0" flipH="0" flipV="0">
            <a:off x="2495550" y="0"/>
            <a:ext cx="72009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52, fontWeight:'bold', color:'#0B2136', marginTop:4, lineHeight:1.05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 }}&gt;&#10;&#10;    &lt;Box style={{ width:'100%', background:'#F6F8FB', borderRadius:12, padding:'18px 22px' }}&gt;&#10;      &lt;Text style={{ fontSize:15, fontWeight:'bold', color:'#185FA5' }}&gt;Q. 왜 SQLite 인가요?&lt;/Text&gt;&#10;      &lt;Text style={{ fontSize:13.5, color:'#33475B', marginTop:4 }}&gt;스키마·쿼리를 그대로 두고 엔진만 교체할 수 있게 설계했습니다. PostgreSQL 이식 경로는 문서화돼 있습니다.&lt;/Text&gt;&#10;    &lt;/Box&gt;&#10;&#10;    &lt;Box style={{ width:'100%', background:'#F6F8FB', borderRadius:12, padding:'18px 22px', marginTop:14 }}&gt;&#10;      &lt;Text style={{ fontSize:15, fontWeight:'bold', color:'#0F6E56' }}&gt;Q. 3D 는 어디까지 했나요?&lt;/Text&gt;&#10;      &lt;Text style={{ fontSize:13.5, color:'#33475B', marginTop:4 }}&gt;이번 학기 범위에서 3D 아트는 제외했습니다(실행방안 명시). GLB 교체 경로는 확보해 두었습니다.&lt;/Text&gt;&#10;    &lt;/Box&gt;&#10;&#10;    &lt;Box style={{ width:'100%', background:'#F6F8FB', borderRadius:12, padding:'18px 22px', marginTop:14 }}&gt;&#10;      &lt;Text style={{ fontSize:15, fontWeight:'bold', color:'#A06A00' }}&gt;Q. 아이가 정말 다시 오나요?&lt;/Text&gt;&#10;      &lt;Text style={{ fontSize:13.5, color:'#33475B', marginTop:4 }}&gt;지표 도구는 완성됐습니다. W13 에 5~10명 실측으로 답하겠습니다.&lt;/Text&gt;&#10;    &lt;/Box&gt;&#10;&#10;    &lt;Box style={{ width:'100%', background:'#0E2438', borderRadius:14, padding:'20px 24px', marginTop:18 }}&gt;&#10;      &lt;Box style={{ flexDirection:'row', alignItems:'center', gap:16 }}&gt;&#10;        &lt;Text style={{ fontSize:13, fontWeight:'bold', color:'#9FB6CC', width:110 }}&gt;데모&lt;/Text&gt;&#10;        &lt;Text style={{ flex:1, fontSize:19, fontWeight:'bold', color:'#FFFFFF' }}&gt;https://my-dorobot.app.workbuddy.host/&lt;/Text&gt;&#10;      &lt;/Box&gt;&#10;      &lt;Box style={{ flexDirection:'row', alignItems:'center', gap:16, marginTop:10 }}&gt;&#10;        &lt;Text style={{ fontSize:13, fontWeight:'bold', color:'#9FB6CC', width:110 }}&gt;GitHub&lt;/Text&gt;&#10;        &lt;Text style={{ flex:1, fontSize:17, fontWeight:'bold', color:'#C7D7E6' }}&gt;https://github.com/lmm0125-art/roomi&lt;/Text&gt;&#10;      &lt;/Box&gt;&#10;      &lt;Text style={{ fontSize:13, color:'#C7D7E6', marginTop:12 }}&gt;시작 화면 「🎬 데모 계정으로 바로 보기」 → Lv.5 · 6일 연속 · 320셀　│　부록 p.10 = 전체 ER&lt;/Text&gt;&#10;    &lt;/Box&gt;&#10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19100" y="609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85825" y="61912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19100" y="800100"/>
            <a:ext cx="113538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39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19100" y="180022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28650" y="197167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Q. 왜 SQLite 인가요?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28650" y="218122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스키마·쿼리를 그대로 두고 엔진만 교체할 수 있게 설계했습니다. PostgreSQL 이식 경로는 문서화돼 있습니다.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19100" y="2647950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28650" y="28194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Q. 3D 는 어디까지 했나요?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28650" y="3028950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이번 학기 범위에서 3D 아트는 제외했습니다(실행방안 명시). GLB 교체 경로는 확보해 두었습니다.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19100" y="349567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28650" y="36671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Q. 아이가 정말 다시 오나요?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28650" y="387667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지표 도구는 완성됐습니다. W13 에 5~10명 실측으로 답하겠습니다.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19100" y="4381500"/>
            <a:ext cx="11353800" cy="1162050"/>
          </a:xfrm>
          <a:prstGeom prst="roundRect">
            <a:avLst>
              <a:gd name="adj" fmla="val 11475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7700" y="4610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847850" y="4572000"/>
            <a:ext cx="969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47700" y="49149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847850" y="4886325"/>
            <a:ext cx="969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7700" y="5200650"/>
            <a:ext cx="1089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p.10 = 전체 ER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439525" y="632460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2026-10-19T20:45:30Z</dcterms:created>
  <dcterms:modified xsi:type="dcterms:W3CDTF">2026-10-19T20:45:30Z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{"AIGC":{"Label":"1","ContentProducer":"00119111010856365494821B355","ProduceID":"01a153f9b9677fcdabe7a07c2fc01b54","ReservedCode1":"","ContentPropagator":"00119111010856365494821B355","PropagateID":"01a153f9b9677fcdabe7a07c2fc01b54","ReservedCode2":""}}</vt:lpwstr>
  </property>
</Properties>
</file>