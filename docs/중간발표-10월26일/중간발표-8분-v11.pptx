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15" Type="http://schemas.openxmlformats.org/officeDocument/2006/relationships/viewProps" Target="viewProps.xml" /><Relationship Id="rId9" Type="http://schemas.openxmlformats.org/officeDocument/2006/relationships/slide" Target="slides/slide9.xml" /><Relationship Id="rId3" Type="http://schemas.openxmlformats.org/officeDocument/2006/relationships/slide" Target="slides/slide3.xml" /><Relationship Id="rId13" Type="http://schemas.openxmlformats.org/officeDocument/2006/relationships/presProps" Target="presProps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2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4" Type="http://schemas.openxmlformats.org/officeDocument/2006/relationships/slide" Target="slides/slide4.xml" /><Relationship Id="rId14" Type="http://schemas.openxmlformats.org/officeDocument/2006/relationships/tableStyles" Target="tableStyles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28, lineHeight:1.05 }}&gt;루미 &lt;span style={{ color:'#185FA5' }}&gt;RooMi&lt;/span&gt;&lt;/Text&gt;&#10;  &lt;Text style={{ fontSize:19, color:'#185FA5', marginTop:12, letterSpacing:0.4 }}&gt;Room + Me — 내 방(Room)에 사는 또 다른 나(Me)&lt;/Text&gt;&#10;  &lt;Text style={{ fontSize:24, color:'#33475B', marginTop:16 }}&gt;색칠한 로봇이 마이룸에 살면서,&lt;/Text&gt;&#10;  &lt;Text style={{ fontSize:24, color:'#33475B', marginTop:4 }}&gt;매일 돌아올 이유를 만든다&lt;/Text&gt;&#10;  &lt;Text style={{ fontSize:15, color:'#64748B', marginTop:14 }}&gt;2026. 10. 26 (월) · 발표 8분&lt;/Text&gt;&#10;  &lt;Text style={{ fontSize:17, color:'#33475B', marginTop:12 }}&gt;&lt;b style={{ color:'#185FA5' }}&gt;DOROLINK&lt;/b&gt;　·　순첸디　·　이명명　·　후예량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438650" y="63817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⏱ 0:00–0:30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66800"/>
            <a:ext cx="10972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30">
                <a:solidFill>
                  <a:srgbClr val="185FA5"/>
                </a:solidFill>
                <a:latin typeface="sans-serif"/>
                <a:ea typeface="sans-serif"/>
              </a:rPr>
              <a:t>Room + Me — 내 방(Room)에 사는 또 다른 나(Me)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5052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DOROLINK</a:t>
            </a:r>
            <a:r>
              <a:rPr lang="zh-CN" sz="1275">
                <a:solidFill>
                  <a:srgbClr val="33475B"/>
                </a:solidFill>
                <a:latin typeface="sans-serif"/>
                <a:ea typeface="sans-serif"/>
              </a:rPr>
              <a:t>　·　순첸디　·　이명명　·　후예량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0862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42767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19150" y="44958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19150" y="48958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4314825" y="4086225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24375" y="42767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24375" y="449580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524375" y="48958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8029575" y="40862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39125" y="42767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39125" y="44958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239125" y="48958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5800725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296650" y="5800725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5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0:30–1:40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문제 정의 + 사례 조사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391025" y="3209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391025" y="3419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391025" y="3657600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220075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220075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220075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19100" y="506730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7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1:40–2:50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 요구 + 평가 기준(창의성) 동시 대응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47700" y="19335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238250" y="19907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638550" y="20097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47700" y="26574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238250" y="27146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638550" y="27336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47700" y="33813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638550" y="34575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 3문항에 대한 답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28650" y="4943475"/>
            <a:ext cx="10934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② 새 이유 — 보상을 즉시 주지 않고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우편함에 담아 직접 열게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11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9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2:50–4:00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순환 구조와 셀 흐름 (한 장 요약)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05" name=""/>
          <p:cNvPicPr>
            <a:picLocks noChangeAspect="1"/>
          </p:cNvPicPr>
          <p:nvPr/>
        </p:nvPicPr>
        <p:blipFill>
          <a:blip r:embed="rId1"/>
          <a:srcRect l="11" t="0" r="11" b="0"/>
          <a:stretch>
            <a:fillRect/>
          </a:stretch>
        </p:blipFill>
        <p:spPr>
          <a:xfrm rot="0" flipH="0" flipV="0"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867650" y="291465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867650" y="3248025"/>
            <a:ext cx="39052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867650" y="37719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867650" y="4105275"/>
            <a:ext cx="390525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게임 · 스트릭 ·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67650" y="47910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11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1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는 p.10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4:00–4:50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743825" y="29718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743825" y="3305175"/>
            <a:ext cx="4029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743825" y="4429125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743825" y="481965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전체는 p.10 부록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4:50–5:50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19825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190750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962775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11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52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371600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5:50–7:00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0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191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191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4" name=""/>
          <p:cNvPicPr>
            <a:picLocks noChangeAspect="1"/>
          </p:cNvPicPr>
          <p:nvPr/>
        </p:nvPicPr>
        <p:blipFill>
          <a:blip r:embed="rId2"/>
          <a:srcRect l="26" t="0" r="26" b="0"/>
          <a:stretch>
            <a:fillRect/>
          </a:stretch>
        </p:blipFill>
        <p:spPr>
          <a:xfrm rot="0" flipH="0" flipV="0"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7150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7150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575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7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7:00–7:40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43865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43865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2677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47700" y="3571875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47700" y="3895725"/>
            <a:ext cx="108966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2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7:40–8:00&lt;/Text&gt;&#10;    &lt;/Box&gt;&#10;    &lt;Text style={{ fontSize:40, fontWeight:'bold', color:'#0B2136', marginTop:8, lineHeight:1.1 }}&gt;앞으로의 계획&lt;/Text&gt;&#10;    &lt;Text style={{ fontSize:18, color:'#64748B', marginTop:8 }}&gt;남은 것은 기능이 아니라 검증 데이터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사용자 테스트&lt;/Text&gt;&#10;          &lt;Text style={{ fontSize:15.5, color:'#33475B', marginTop:12, lineHeight:1.8 }}&gt;· 중학생 5~10명&lt;br/&gt;· 보호자 동의&lt;br/&gt;· 불편 즉시 수정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효과 검증&lt;/Text&gt;&#10;          &lt;Text style={{ fontSize:15.5, color:'#33475B', marginTop:12, lineHeight:1.8 }}&gt;· 4대 지표 전후 비교&lt;br/&gt;· CSV 로 표 작성&lt;br/&gt;· 사례 조사 보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최종 발표&lt;/Text&gt;&#10;          &lt;Text style={{ fontSize:15.5, color:'#33475B', marginTop:12, lineHeight:1.8 }}&gt;· 공작소 형태 반영&lt;br/&gt;· 시즌 확장안&lt;br/&gt;· 리허설 2회&lt;/Text&gt;&#10;        &lt;/Box&gt;&#10;    &lt;/Box&gt;&#10;    &lt;Text style={{ fontSize:15, color:'#64748B', marginTop:16 }}&gt;현재 W9 — 계획상 '핵심 loop 진행 중'이 요구치, 실제는 W6에 완료 (약 3주 선행)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7:40–8:00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남은 것은 기능이 아니라 검증 데이터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사용자 테스트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중학생 5~10명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보호자 동의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불편 즉시 수정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43865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효과 검증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43865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4대 지표 전후 비교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CSV 로 표 작성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사례 조사 보강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2677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최종 발표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2677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형태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확장안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리허설 2회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19100" y="4143375"/>
            <a:ext cx="1135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 — 계획상 '핵심 loop 진행 중'이 요구치, 실제는 W6에 완료 (약 3주 선행)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11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5" name="" descr="&lt;Slide style={{ width:'1280px', height:'720px', padding:'0', background:'#FFFFFF', fontFamily:'sans-serif' }}&gt;&#10;  &lt;Image src=&quot;assets/er_final.png&quot; style={{ width:1276, height:720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" name=""/>
          <p:cNvPicPr>
            <a:picLocks noChangeAspect="1"/>
          </p:cNvPicPr>
          <p:nvPr/>
        </p:nvPicPr>
        <p:blipFill>
          <a:blip r:embed="rId1"/>
          <a:srcRect l="0" t="1" r="0" b="1"/>
          <a:stretch>
            <a:fillRect/>
          </a:stretch>
        </p:blipFill>
        <p:spPr>
          <a:xfrm rot="0" flipH="0" flipV="0">
            <a:off x="0" y="0"/>
            <a:ext cx="121539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마무리&lt;/Text&gt;&#10;      &lt;Text style={{ fontSize:11, color:'#94A3B8' }}&gt;질문 받겠습니다&lt;/Text&gt;&#10;    &lt;/Box&gt;&#10;    &lt;Text style={{ fontSize:80, fontWeight:'bold', color:'#0B2136', marginTop:2, lineHeight:1 }}&gt;Q &lt;span style={{ color:'#185FA5' }}&gt;&amp;&lt;/span&gt; A&lt;/Text&gt;&#10;  &lt;/Box&gt;&#10;  &lt;Box style={{ width:'100%', height:'1px', background:'#E3EAF2' }} /&gt;&#10;&#10;  &lt;Box style={{ width:'100%', height:'456px', marginTop:'18px', flexDirection:'column', alignItems:'center' }}&gt;&#10;&#10;    &lt;Box style={{ width:'100%', marginTop:60, alignItems:'center' }}&gt;&#10;      &lt;Text style={{ fontSize:40, fontWeight:'bold', color:'#0B2136' }}&gt;감사합니다&lt;/Text&gt;&#10;      &lt;Text style={{ fontSize:17, color:'#33475B', marginTop:10 }}&gt;DOROLINK　·　순첸디　·　이명명　·　후예량&lt;/Text&gt;&#10;      &lt;Text style={{ fontSize:14, color:'#64748B', marginTop:6 }}&gt;㈜도로 × 한양대 ERICA IC-PBL · 2026-2학기&lt;/Text&gt;&#10;    &lt;/Box&gt;&#10;&#10;    &lt;Box style={{ width:'100%', background:'#0E2438', borderRadius:14, padding:'22px 26px', marginTop:88 }}&gt;&#10;      &lt;Box style={{ flexDirection:'row', alignItems:'center', gap:16 }}&gt;&#10;        &lt;Text style={{ fontSize:13, fontWeight:'bold', color:'#9FB6CC', width:96 }}&gt;데모&lt;/Text&gt;&#10;        &lt;Text style={{ flex:1, fontSize:20, fontWeight:'bold', color:'#FFFFFF' }}&gt;https://my-dorobot.app.workbuddy.host/&lt;/Text&gt;&#10;      &lt;/Box&gt;&#10;      &lt;Box style={{ flexDirection:'row', alignItems:'center', gap:16, marginTop:12 }}&gt;&#10;        &lt;Text style={{ fontSize:13, fontWeight:'bold', color:'#9FB6CC', width:96 }}&gt;GitHub&lt;/Text&gt;&#10;        &lt;Text style={{ flex:1, fontSize:17, fontWeight:'bold', color:'#C7D7E6' }}&gt;https://github.com/lmm0125-art/roomi&lt;/Text&gt;&#10;      &lt;/Box&gt;&#10;      &lt;Text style={{ fontSize:13, color:'#9FB6CC', marginTop:14 }}&gt;시작 화면 「🎬 데모 계정으로 바로 보기」 → Lv.5 · 6일 연속 · 320셀　│　부록 p.10 = 전체 ER&lt;/Text&gt;&#10;    &lt;/Box&gt;&#10;&#10;  &lt;/Box&gt;&#10;&#10;  &lt;Box style={{ width:'100%', height:'28px', marginTop:12, flexDirection:'row', justifyContent:'space-between', alignItems:'center' }}&gt;&#10;    &lt;Text style={{ fontSize:12, color:'#94A3B8' }}&gt;DOROLINK · 순첸디 · 이명명 · 후예량&lt;/Text&gt;&#10;    &lt;Text style={{ fontSize:12, color:'#94A3B8' }}&gt;1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19100" y="4762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마무리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85825" y="485775"/>
            <a:ext cx="66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받겠습니다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19100" y="647700"/>
            <a:ext cx="113538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0B2136"/>
                </a:solidFill>
                <a:latin typeface="sans-serif"/>
                <a:ea typeface="sans-serif"/>
              </a:rPr>
              <a:t xml:space="preserve">Q </a:t>
            </a:r>
            <a:r>
              <a:rPr lang="en-US" sz="6000" b="1">
                <a:solidFill>
                  <a:srgbClr val="185FA5"/>
                </a:solidFill>
                <a:latin typeface="sans-serif"/>
                <a:ea typeface="sans-serif"/>
              </a:rPr>
              <a:t>&amp;</a:t>
            </a:r>
            <a:r>
              <a:rPr lang="en-US" sz="6000" b="1">
                <a:solidFill>
                  <a:srgbClr val="0B2136"/>
                </a:solidFill>
                <a:latin typeface="sans-serif"/>
                <a:ea typeface="sans-serif"/>
              </a:rPr>
              <a:t xml:space="preserve"> A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276850" y="2371725"/>
            <a:ext cx="16478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 b="1">
                <a:solidFill>
                  <a:srgbClr val="0B2136"/>
                </a:solidFill>
                <a:latin typeface="sans-serif"/>
                <a:ea typeface="sans-serif"/>
              </a:rPr>
              <a:t>감사합니다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86275" y="292417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DOROLINK</a:t>
            </a:r>
            <a:r>
              <a:rPr lang="zh-CN" sz="1275">
                <a:solidFill>
                  <a:srgbClr val="33475B"/>
                </a:solidFill>
                <a:latin typeface="sans-serif"/>
                <a:ea typeface="sans-serif"/>
              </a:rPr>
              <a:t>　·　순첸디　·　이명명　·　후예량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838700" y="31813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· 2026-2학기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19100" y="4181475"/>
            <a:ext cx="11353800" cy="1247775"/>
          </a:xfrm>
          <a:prstGeom prst="roundRect">
            <a:avLst>
              <a:gd name="adj" fmla="val 1068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66750" y="44291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FB6CC"/>
                </a:solidFill>
                <a:latin typeface="sans-serif"/>
                <a:ea typeface="sans-serif"/>
              </a:rPr>
              <a:t>데모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733550" y="4391025"/>
            <a:ext cx="979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ans-serif"/>
                <a:ea typeface="sans-serif"/>
              </a:rPr>
              <a:t>https://my-dorobot.app.workbuddy.host/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66750" y="47625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FB6CC"/>
                </a:solidFill>
                <a:latin typeface="sans-serif"/>
                <a:ea typeface="sans-serif"/>
              </a:rPr>
              <a:t>GitHub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733550" y="4733925"/>
            <a:ext cx="9791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7D7E6"/>
                </a:solidFill>
                <a:latin typeface="sans-serif"/>
                <a:ea typeface="sans-serif"/>
              </a:rPr>
              <a:t>https://github.com/lmm0125-art/roomi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66750" y="506730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 xml:space="preserve">시작 화면 </a:t>
            </a:r>
            <a:r>
              <a:rPr lang="zh-CN" sz="975">
                <a:solidFill>
                  <a:srgbClr val="9FB6CC"/>
                </a:solidFill>
                <a:latin typeface="sans-serif"/>
                <a:ea typeface="sans-serif"/>
              </a:rPr>
              <a:t>「🎬</a:t>
            </a: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 xml:space="preserve"> 데모 계정으로 바로 보기</a:t>
            </a:r>
            <a:r>
              <a:rPr lang="zh-CN" sz="975">
                <a:solidFill>
                  <a:srgbClr val="9FB6CC"/>
                </a:solidFill>
                <a:latin typeface="sans-serif"/>
                <a:ea typeface="sans-serif"/>
              </a:rPr>
              <a:t>」</a:t>
            </a: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 xml:space="preserve"> → Lv.5 · 6일 연속 · 320셀</a:t>
            </a:r>
            <a:r>
              <a:rPr lang="zh-CN" sz="975">
                <a:solidFill>
                  <a:srgbClr val="9FB6CC"/>
                </a:solidFill>
                <a:latin typeface="sans-serif"/>
                <a:ea typeface="sans-serif"/>
              </a:rPr>
              <a:t>　│　부록</a:t>
            </a: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 xml:space="preserve"> p.10 = 전체 ER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1781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DOROLINK · 순첸디 · 이명명 · 후예량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439525" y="632460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2026-10-19T20:59:53Z</dcterms:created>
  <dcterms:modified xsi:type="dcterms:W3CDTF">2026-10-19T20:59:53Z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{"AIGC":{"Label":"1","ContentProducer":"00119111010856365494821B355","ProduceID":"01a15405294c79e7b0c25adc2bfc1624","ReservedCode1":"","ContentPropagator":"00119111010856365494821B355","PropagateID":"01a15405294c79e7b0c25adc2bfc1624","ReservedCode2":""}}</vt:lpwstr>
  </property>
</Properties>
</file>