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8.xml" ContentType="application/vnd.openxmlformats-officedocument.presentationml.slide+xml"/>
  <Override PartName="/ppt/slides/slide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14" Type="http://schemas.openxmlformats.org/officeDocument/2006/relationships/presProps" Target="presProps.xml" /><Relationship Id="rId8" Type="http://schemas.openxmlformats.org/officeDocument/2006/relationships/slide" Target="slides/slide8.xml" /><Relationship Id="rId13" Type="http://schemas.openxmlformats.org/officeDocument/2006/relationships/notesMaster" Target="notesMasters/notesMaster1.xml" /><Relationship Id="rId15" Type="http://schemas.openxmlformats.org/officeDocument/2006/relationships/tableStyles" Target="tableStyles.xml" /><Relationship Id="rId7" Type="http://schemas.openxmlformats.org/officeDocument/2006/relationships/slide" Target="slides/slide7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3" Type="http://schemas.openxmlformats.org/officeDocument/2006/relationships/slide" Target="slides/slide3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16" Type="http://schemas.openxmlformats.org/officeDocument/2006/relationships/viewProps" Target="viewProps.xml" /><Relationship Id="rId9" Type="http://schemas.openxmlformats.org/officeDocument/2006/relationships/slide" Target="slides/slide9.xml" /><Relationship Id="rId1" Type="http://schemas.openxmlformats.org/officeDocument/2006/relationships/slide" Target="slides/slide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314825" y="3771900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524375" y="39624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181475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5815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029575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239125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287125" y="5486400"/>
            <a:ext cx="2952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12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9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12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3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–11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p.10–11 부록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12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7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12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부록 · DB 설계&lt;/Text&gt;&#10;      &lt;Text style={{ fontSize:11, color:'#94A3B8' }}&gt;질문 대응용&lt;/Text&gt;&#10;    &lt;/Box&gt;&#10;    &lt;Text style={{ fontSize:38, fontWeight:'bold', color:'#0B2136', marginTop:8, lineHeight:1.1 }}&gt;ER ① 사용자 · 자산 · 기준 데이터&lt;/Text&gt;&#10;    &lt;Text style={{ fontSize:17, color:'#64748B', marginTop:6 }}&gt;8개 테이블 · 🔑 기본키 · → 외래키 · ★ 유일성 제약&lt;/Text&gt;&#10;  &lt;/Box&gt;&#10;  &lt;Box style={{ width:'100%', height:'1px', background:'#E3EAF2' }} /&gt;&#10;&#10;  &lt;Box style={{ width:'100%', height:'456px', marginTop:'18px', alignItems:'center', justifyContent:'center' }}&gt;&#10;    &lt;Image src=&quot;assets/er2_a.png&quot; style={{ width:1184, height:431, borderRadius:10 }} /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19100" y="5334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부록 · DB 설계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419225" y="542925"/>
            <a:ext cx="485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19100" y="762000"/>
            <a:ext cx="113538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0B2136"/>
                </a:solidFill>
                <a:latin typeface="sans-serif"/>
                <a:ea typeface="sans-serif"/>
              </a:rPr>
              <a:t>ER ① 사용자 · 자산 · 기준 데이터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" y="1304925"/>
            <a:ext cx="1135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sans-serif"/>
                <a:ea typeface="sans-serif"/>
              </a:rPr>
              <a:t>8개 테이블 · 🔑 기본키 · → 외래키 · ★ 유일성 제약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 r:embed="rId1"/>
          <a:srcRect l="0" t="10" r="0" b="10"/>
          <a:stretch>
            <a:fillRect/>
          </a:stretch>
        </p:blipFill>
        <p:spPr>
          <a:xfrm rot="0" flipH="0" flipV="0">
            <a:off x="457200" y="1924050"/>
            <a:ext cx="11277600" cy="4105275"/>
          </a:xfrm>
          <a:prstGeom prst="roundRect">
            <a:avLst>
              <a:gd name="adj" fmla="val 2320"/>
            </a:avLst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0F6E56', letterSpacing:1.6 }}&gt;부록 · DB 설계&lt;/Text&gt;&#10;      &lt;Text style={{ fontSize:11, color:'#94A3B8' }}&gt;질문 대응용&lt;/Text&gt;&#10;    &lt;/Box&gt;&#10;    &lt;Text style={{ fontSize:38, fontWeight:'bold', color:'#0B2136', marginTop:8, lineHeight:1.1 }}&gt;ER ② 학습 콘텐츠 · 활동 로그&lt;/Text&gt;&#10;    &lt;Text style={{ fontSize:17, color:'#64748B', marginTop:6 }}&gt;7개 테이블 · 하루/주 1회 규칙은 ★UNIQUE 가 강제합니다&lt;/Text&gt;&#10;  &lt;/Box&gt;&#10;  &lt;Box style={{ width:'100%', height:'1px', background:'#E3EAF2' }} /&gt;&#10;&#10;  &lt;Box style={{ width:'100%', height:'456px', marginTop:'18px', alignItems:'center', justifyContent:'center' }}&gt;&#10;    &lt;Image src=&quot;assets/er2_b.png&quot; style={{ width:1184, height:431, borderRadius:10 }} /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19100" y="5334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0F6E56"/>
                </a:solidFill>
                <a:latin typeface="sans-serif"/>
                <a:ea typeface="sans-serif"/>
              </a:rPr>
              <a:t>부록 · DB 설계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419225" y="542925"/>
            <a:ext cx="485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19100" y="762000"/>
            <a:ext cx="113538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0B2136"/>
                </a:solidFill>
                <a:latin typeface="sans-serif"/>
                <a:ea typeface="sans-serif"/>
              </a:rPr>
              <a:t>ER ② 학습 콘텐츠 · 활동 로그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19100" y="1304925"/>
            <a:ext cx="1135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sans-serif"/>
                <a:ea typeface="sans-serif"/>
              </a:rPr>
              <a:t>7개 테이블 · 하루/주 1회 규칙은 ★UNIQUE 가 강제합니다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pic>
        <p:nvPicPr>
          <p:cNvPr id="41" name=""/>
          <p:cNvPicPr>
            <a:picLocks noChangeAspect="1"/>
          </p:cNvPicPr>
          <p:nvPr/>
        </p:nvPicPr>
        <p:blipFill>
          <a:blip r:embed="rId1"/>
          <a:srcRect l="0" t="10" r="0" b="10"/>
          <a:stretch>
            <a:fillRect/>
          </a:stretch>
        </p:blipFill>
        <p:spPr>
          <a:xfrm rot="0" flipH="0" flipV="0">
            <a:off x="457200" y="1924050"/>
            <a:ext cx="11277600" cy="4105275"/>
          </a:xfrm>
          <a:prstGeom prst="roundRect">
            <a:avLst>
              <a:gd name="adj" fmla="val 2320"/>
            </a:avLst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30000" y="63246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데모&lt;/Text&gt;&#10;        &lt;Text style={{ flex:1, fontSize:19, fontWeight:'bold', color:'#FFFFFF' }}&gt;https://my-dorobot.app.workbuddy.host/&lt;/Text&gt;&#10;      &lt;/Box&gt;&#10;      &lt;Box style={{ flexDirection:'row', alignItems:'center', gap:16, marginTop:10 }}&gt;&#10;        &lt;Text style={{ fontSize:13, fontWeight:'bold', color:'#9FB6CC', width:110 }}&gt;GitHub&lt;/Text&gt;&#10;        &lt;Text style={{ flex:1, fontSize:17, fontWeight:'bold', color:'#C7D7E6' }}&gt;https://github.com/lmm0125-art/roomi&lt;/Text&gt;&#10;      &lt;/Box&gt;&#10;      &lt;Text style={{ fontSize:13, color:'#C7D7E6', marginTop:12 }}&gt;시작 화면 「🎬 데모 계정으로 바로 보기」 → Lv.5 · 6일 연속 · 320셀　│　부록 p.10–11 = ER 1·2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19100" y="4381500"/>
            <a:ext cx="11353800" cy="1162050"/>
          </a:xfrm>
          <a:prstGeom prst="roundRect">
            <a:avLst>
              <a:gd name="adj" fmla="val 11475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47700" y="49149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847850" y="4886325"/>
            <a:ext cx="969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47700" y="5200650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p.10–11 = ER 1·2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2026-10-19T20:35:12Z</dcterms:created>
  <dcterms:modified xsi:type="dcterms:W3CDTF">2026-10-19T20:35:12Z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{"AIGC":{"Label":"1","ContentProducer":"00119111010856365494821B355","ProduceID":"01a153ee413973d1a8b92445f0600e8c","ReservedCode1":"","ContentPropagator":"00119111010856365494821B355","PropagateID":"01a153ee413973d1a8b92445f0600e8c","ReservedCode2":""}}</vt:lpwstr>
  </property>
</Properties>
</file>